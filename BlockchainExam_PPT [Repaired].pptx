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85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54864" cy="32004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731520"/>
            <a:ext cx="1371600" cy="4114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078992"/>
            <a:ext cx="64008" cy="2286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371600"/>
            <a:ext cx="1371600" cy="4114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719072"/>
            <a:ext cx="64008" cy="2286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011680"/>
            <a:ext cx="1371600" cy="4114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359152"/>
            <a:ext cx="64008" cy="2286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651760"/>
            <a:ext cx="1371600" cy="4114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2999232"/>
            <a:ext cx="64008" cy="2286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3291840"/>
            <a:ext cx="1371600" cy="4114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9144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DD8F8"/>
                </a:solidFill>
              </a:rPr>
              <a:t>Blockchain-Based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" y="15544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Secure Examination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023360" y="157276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4754880" cy="3657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54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Python  ·  Flask  ·  Solidity  ·  Ethereum  ·  SQLite3  ·  Ganache  ·  Web3.py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8F8"/>
                </a:solidFill>
              </a:rPr>
              <a:t>Department of Computer Science &amp;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05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Academic Year 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Abstract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8503920" cy="41605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7590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8F8"/>
                </a:solidFill>
              </a:rPr>
              <a:t>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097412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500" dirty="0">
                <a:solidFill>
                  <a:schemeClr val="bg2"/>
                </a:solidFill>
              </a:rPr>
              <a:t>This project aims to solve the problem of Result Manipulation and Data Tampering in traditional examination systems. By integrating Blockchain Technology, we create a decentralized and immutable platform for academic records.</a:t>
            </a:r>
          </a:p>
        </p:txBody>
      </p:sp>
      <p:sp>
        <p:nvSpPr>
          <p:cNvPr id="12" name="Text 10"/>
          <p:cNvSpPr/>
          <p:nvPr/>
        </p:nvSpPr>
        <p:spPr>
          <a:xfrm>
            <a:off x="685800" y="2048257"/>
            <a:ext cx="7955280" cy="261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676EBE-32DB-1635-C2D3-597E526A6DF2}"/>
              </a:ext>
            </a:extLst>
          </p:cNvPr>
          <p:cNvSpPr txBox="1"/>
          <p:nvPr/>
        </p:nvSpPr>
        <p:spPr>
          <a:xfrm>
            <a:off x="685800" y="2415541"/>
            <a:ext cx="769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480C6E61-D2DA-9DDB-292C-6B5919AF178C}"/>
              </a:ext>
            </a:extLst>
          </p:cNvPr>
          <p:cNvSpPr/>
          <p:nvPr/>
        </p:nvSpPr>
        <p:spPr>
          <a:xfrm>
            <a:off x="502920" y="1944756"/>
            <a:ext cx="8138160" cy="28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GB" sz="1500" b="1" dirty="0">
                <a:solidFill>
                  <a:schemeClr val="bg2"/>
                </a:solidFill>
              </a:rPr>
              <a:t>SYSTEM WORKFLOW STEPS</a:t>
            </a:r>
            <a:endParaRPr lang="en-GB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500" b="1" dirty="0">
                <a:solidFill>
                  <a:schemeClr val="bg2"/>
                </a:solidFill>
              </a:rPr>
              <a:t>Step 1: User Authentication</a:t>
            </a:r>
            <a:r>
              <a:rPr lang="en-GB" sz="1500" dirty="0">
                <a:solidFill>
                  <a:schemeClr val="bg2"/>
                </a:solidFill>
              </a:rPr>
              <a:t> Staff and Students securely login to the system via the Flask web interface.</a:t>
            </a:r>
          </a:p>
          <a:p>
            <a:r>
              <a:rPr lang="en-GB" sz="1500" b="1" dirty="0">
                <a:solidFill>
                  <a:schemeClr val="bg2"/>
                </a:solidFill>
              </a:rPr>
              <a:t>Step 2: Exam Creation</a:t>
            </a:r>
            <a:r>
              <a:rPr lang="en-GB" sz="1500" dirty="0">
                <a:solidFill>
                  <a:schemeClr val="bg2"/>
                </a:solidFill>
              </a:rPr>
              <a:t> Staff creates the exam questions and generates a unique Exam Code.</a:t>
            </a:r>
          </a:p>
          <a:p>
            <a:r>
              <a:rPr lang="en-GB" sz="1500" b="1" dirty="0">
                <a:solidFill>
                  <a:schemeClr val="bg2"/>
                </a:solidFill>
              </a:rPr>
              <a:t>Step 3: Taking Exam</a:t>
            </a:r>
            <a:r>
              <a:rPr lang="en-GB" sz="1500" dirty="0">
                <a:solidFill>
                  <a:schemeClr val="bg2"/>
                </a:solidFill>
              </a:rPr>
              <a:t> Students enter the Exam Code, write the test, and submit. The system auto-calculates their marks.</a:t>
            </a:r>
          </a:p>
          <a:p>
            <a:r>
              <a:rPr lang="en-GB" sz="1500" b="1" dirty="0">
                <a:solidFill>
                  <a:schemeClr val="bg2"/>
                </a:solidFill>
              </a:rPr>
              <a:t>Step 4: Smart Contract Trigger</a:t>
            </a:r>
            <a:r>
              <a:rPr lang="en-GB" sz="1500" dirty="0">
                <a:solidFill>
                  <a:schemeClr val="bg2"/>
                </a:solidFill>
              </a:rPr>
              <a:t> The system automatically calls the Solidity Smart Contract using the Web3.py library.</a:t>
            </a:r>
          </a:p>
          <a:p>
            <a:r>
              <a:rPr lang="en-GB" sz="1500" b="1" dirty="0">
                <a:solidFill>
                  <a:schemeClr val="bg2"/>
                </a:solidFill>
              </a:rPr>
              <a:t>Step 5: Blockchain Transaction</a:t>
            </a:r>
            <a:r>
              <a:rPr lang="en-GB" sz="1500" dirty="0">
                <a:solidFill>
                  <a:schemeClr val="bg2"/>
                </a:solidFill>
              </a:rPr>
              <a:t> The results are sent to the Ganache Blockchain and permanently stored as an immutable record.</a:t>
            </a:r>
          </a:p>
          <a:p>
            <a:r>
              <a:rPr lang="en-GB" sz="1500" b="1" dirty="0">
                <a:solidFill>
                  <a:schemeClr val="bg2"/>
                </a:solidFill>
              </a:rPr>
              <a:t>Step 6: Data Verification</a:t>
            </a:r>
            <a:r>
              <a:rPr lang="en-GB" sz="1500" dirty="0">
                <a:solidFill>
                  <a:schemeClr val="bg2"/>
                </a:solidFill>
              </a:rPr>
              <a:t> No one can change the records. Admins and Students can securely view the verified results.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5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Existing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02336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0292" cy="1828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Paper-Based Exams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075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C"/>
                </a:solidFill>
              </a:rPr>
              <a:t>Manual distribution, collection, and evaluation of physical answer sheets. Prone to human error, slow grading, and difficult to scale for large institutions.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02336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50292" cy="1828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Centralised Online Portals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C"/>
                </a:solidFill>
              </a:rPr>
              <a:t>Web-based LMS platforms (Moodle, Google Forms) store results in a central SQL database managed by a single authority with unrestricted modification privileges.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02336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34640"/>
            <a:ext cx="50292" cy="1828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Manual Grade Entry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C"/>
                </a:solidFill>
              </a:rPr>
              <a:t>Results uploaded manually by admins into isolated systems. No automated verification, cross-checking, or audit trail mechanism exists.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50292" cy="1828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Siloed Security 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364992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C"/>
                </a:solidFill>
              </a:rPr>
              <a:t>Security depends entirely on the integrity of the central server. A single compromised account can alter all examination records without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Proposed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58952"/>
            <a:ext cx="4114800" cy="4206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Key Features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35024"/>
            <a:ext cx="164592" cy="164592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80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dirty="0">
                <a:solidFill>
                  <a:srgbClr val="E8F0FC"/>
                </a:solidFill>
              </a:rPr>
              <a:t>Tamper-Proof Records: Every result is stored as a 'Block' in the chain, ensuring 100% data integrity.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64592" cy="164592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13232" y="25054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dirty="0">
                <a:solidFill>
                  <a:srgbClr val="E8F0FC"/>
                </a:solidFill>
              </a:rPr>
              <a:t>Smart Contract Automation: Uses Solidity to automatically handle the storage and retrieval of student marks without manual interference.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" y="3744468"/>
            <a:ext cx="164592" cy="164592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176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dirty="0">
                <a:solidFill>
                  <a:srgbClr val="E8F0FC"/>
                </a:solidFill>
              </a:rPr>
              <a:t>High Transparency: Students can verify their authentic results directly from the blockchain using their unique ID.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749808"/>
            <a:ext cx="4206240" cy="4206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54864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Frontend: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HTML5, CSS3 (Glassmorphism), Vanilla JS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74520"/>
            <a:ext cx="54864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Backend: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112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Python 3, Flask Framework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450592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450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Blockchain: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2688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Solidity 0.8.0, Web3.py, Ganache (local Ethereum)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26664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026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Smart Contract: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ExamStore.sol — addResult(), getResult(), getAllKeys()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602736"/>
            <a:ext cx="54864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602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8A"/>
                </a:solidFill>
              </a:rPr>
              <a:t>Database: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SQLite3 — exams, questions, student_answers tables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178808"/>
            <a:ext cx="54864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8A"/>
                </a:solidFill>
              </a:rPr>
              <a:t>Compiler: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416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py-solc-x, Solidity v0.8.0 auto-installed at runtime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Configuration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023360" cy="4160520"/>
          </a:xfrm>
          <a:prstGeom prst="rect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49808"/>
            <a:ext cx="50292" cy="41605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Hardware Specification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Processor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93392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Intel Core i5 / AMD Ryzen 5 (2.0 GHz+)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01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RAM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93392" y="1801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Minimum 4 GB (8 GB recommended)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07568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Storage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93392" y="2304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20 GB available disk space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57860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Network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93392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Localhost / LAN (Ganache on port 7545)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08152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0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Display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93392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1280 x 720 resolution or higher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8444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Input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93392" y="3813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Standard keyboard and mouse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087368"/>
            <a:ext cx="35204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749808"/>
            <a:ext cx="4297680" cy="4160520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749808"/>
            <a:ext cx="50292" cy="4160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F8"/>
                </a:solidFill>
              </a:rPr>
              <a:t>Software Specification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45352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Windows 10/11 / Ubuntu 20.04+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572768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Language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45352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Python 3.9+, JavaScript (ES6)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011680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Framework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45352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Flask 2.x, Web3.py 6.x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450592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6151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Blockchain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45352" y="2615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Ganache v2 (local Ethereum node)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889504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54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Smart Contract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45352" y="3054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Solidity 0.8.0 via py-solc-x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328416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93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Database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45352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SQLite3 (Python built-in)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767328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931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Browser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45352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Google Chrome / Mozilla Firefox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4206240"/>
            <a:ext cx="3840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502920" cy="5669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795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Requirement Analysis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Identify security gaps in traditional exam systems. Define actor roles (Admin, Student) and functional requirements.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42062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83080"/>
            <a:ext cx="502920" cy="5669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Smart Contract Design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2057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Design ExamStore.sol with addResult(), getResult(), getAllKeys(). Enforce immutability via the exists flag.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88920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88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 Development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063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Implement Flask routes: login, exam creation, student exam fetch, answer submission, review, and blockchain result view.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42062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94760"/>
            <a:ext cx="5029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947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Database Schema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4069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Create SQLite3 tables: exams, questions, student_answers. Separate off-chain question storage from on-chain results.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389120"/>
            <a:ext cx="42062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777240"/>
            <a:ext cx="5029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777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795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Blockchain Integration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9496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Compile and deploy contract via py-solc-x on Ganache. Use Web3.py to call smart contract functions from Flask routes.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371600"/>
            <a:ext cx="425196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1783080"/>
            <a:ext cx="5029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Frontend Design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94960" y="2057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Build responsive Glassmorphism UI in HTML/CSS/JS. Implement panel-based navigation for smooth single-page workflow.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377440"/>
            <a:ext cx="425196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788920"/>
            <a:ext cx="502920" cy="566928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788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94960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 &amp; Validation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94960" y="3063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End-to-end test: exam creation, student submission, blockchain record, admin result view. Verify immutability enforcement.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Block Diagram / System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804672"/>
            <a:ext cx="6400800" cy="713232"/>
          </a:xfrm>
          <a:prstGeom prst="rect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804672"/>
            <a:ext cx="73152" cy="71323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859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</a:rPr>
              <a:t>Presentation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72768" y="11521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HTML5  |  CSS3 Glassmorphism  |  Vanilla JavaScript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35424" y="1517904"/>
            <a:ext cx="0" cy="219456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737360"/>
            <a:ext cx="256032" cy="3657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764792"/>
            <a:ext cx="6400800" cy="713232"/>
          </a:xfrm>
          <a:prstGeom prst="rect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764792"/>
            <a:ext cx="7315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Application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72768" y="21122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Python Flask  |  REST API Routes  |  Session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35424" y="2478024"/>
            <a:ext cx="0" cy="219456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2697480"/>
            <a:ext cx="256032" cy="3657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724912"/>
            <a:ext cx="6400800" cy="713232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724912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2768" y="30723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SQLite3  —  questions, answers, exams (off-chain storage)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35424" y="3438144"/>
            <a:ext cx="0" cy="219456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3657600"/>
            <a:ext cx="256032" cy="3657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3685032"/>
            <a:ext cx="6400800" cy="713232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685032"/>
            <a:ext cx="73152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2768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</a:rPr>
              <a:t>Blockchain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72768" y="40325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ExamStore.sol  |  Ganache Ethereum Node  |  Web3.py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804672"/>
            <a:ext cx="91440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" y="886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</a:rPr>
              <a:t>Admin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804672"/>
            <a:ext cx="91440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886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Student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88720" y="1033272"/>
            <a:ext cx="1828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1033272"/>
            <a:ext cx="1828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Flow Diagram (DFD)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498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</a:rPr>
              <a:t>Admin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</a:rPr>
              <a:t>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078992"/>
            <a:ext cx="4114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749808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7498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Create Exam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+ Questions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078992"/>
            <a:ext cx="4114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749808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7498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Release Exam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Get Code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0" y="1078992"/>
            <a:ext cx="4114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749808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7498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View Blockchain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DD8F8"/>
                </a:solidFill>
              </a:rPr>
              <a:t>Results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86600" y="1078992"/>
            <a:ext cx="41148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749808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7498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Ethereum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Blockchain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103120"/>
            <a:ext cx="2743200" cy="548640"/>
          </a:xfrm>
          <a:prstGeom prst="rect">
            <a:avLst/>
          </a:prstGeom>
          <a:solidFill>
            <a:srgbClr val="1326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8"/>
                </a:solidFill>
              </a:rPr>
              <a:t>SQLite3 Database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80360" y="1408176"/>
            <a:ext cx="0" cy="694944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408176"/>
            <a:ext cx="0" cy="694944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017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Student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Login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3346704"/>
            <a:ext cx="4114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017520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48840" y="3017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Enter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Exam Code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20440" y="3346704"/>
            <a:ext cx="4114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0" y="3017520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31920" y="3017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Fetch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Take Exam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3346704"/>
            <a:ext cx="4114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017520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3017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Submit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Answers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3346704"/>
            <a:ext cx="4114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3017520"/>
            <a:ext cx="1463040" cy="658368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8080" y="3017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Grade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Blockchain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651760"/>
            <a:ext cx="0" cy="36576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</a:rPr>
              <a:t>Admin Data Flow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</a:rPr>
              <a:t>Student Data 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 Case Diagram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749808"/>
            <a:ext cx="5303520" cy="42519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7498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</a:rPr>
              <a:t>system  Secure Exam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502920" cy="50292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691640"/>
            <a:ext cx="0" cy="50292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" y="1920240"/>
            <a:ext cx="54864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194560"/>
            <a:ext cx="0" cy="32004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194560"/>
            <a:ext cx="182880" cy="32004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" y="2578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</a:rPr>
              <a:t>Admin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0" y="1188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1691640"/>
            <a:ext cx="0" cy="50292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5048" y="1920240"/>
            <a:ext cx="54864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9368" y="2194560"/>
            <a:ext cx="0" cy="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9368" y="2194560"/>
            <a:ext cx="182880" cy="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578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Student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1005840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Login (Admin)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1252728"/>
            <a:ext cx="160020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1682496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16824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Create Exam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1929384"/>
            <a:ext cx="160020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2359152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3591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Add Questions (Manual/JSON)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2606040"/>
            <a:ext cx="160020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3035808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Release Exam — Get Code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3282696"/>
            <a:ext cx="160020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712464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712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View Blockchain Results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3959352"/>
            <a:ext cx="160020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005840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Login (Student)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0" y="1252728"/>
            <a:ext cx="1554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1682496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6824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Enter Exam Code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1929384"/>
            <a:ext cx="1554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359152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3591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Take Exam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0" y="2606040"/>
            <a:ext cx="1554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035808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Submit Answers (Blockchain)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58000" y="3282696"/>
            <a:ext cx="1554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712464"/>
            <a:ext cx="2011680" cy="502920"/>
          </a:xfrm>
          <a:prstGeom prst="ellipse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712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C"/>
                </a:solidFill>
              </a:rPr>
              <a:t>Review Results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0" y="3959352"/>
            <a:ext cx="155448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 Description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50292" cy="13258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41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</a:rPr>
              <a:t>Authentication Module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Role-based login: Admin (ID + Password) / Student (Name + ID)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Session management via Flask secure_key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Unauthorized access redirects to login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5029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841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Exam Creation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Admin creates exams manually or imports via JSON array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Questions stored in SQLite3 with options A-D and correct answer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3752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Unique 6-char alphanumeric exam code generated on release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40280"/>
            <a:ext cx="5029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Exam Delivery Module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Student enters exam code to fetch question paper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Questions rendered dynamically as radio-button forms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Unanswered questions trigger confirmation before submission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40280"/>
            <a:ext cx="5029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Grading &amp; Blockchain Module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Server-side grading compares selected vs. correct answers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7375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Percentage computed and stored on Ethereum via ExamStore.sol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73752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Smart contract enforces one-submission-per-student immutability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70332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703320"/>
            <a:ext cx="50292" cy="13258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</a:rPr>
              <a:t>Review Module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Students fetch per-question review: correct vs. their answer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Visual green/red border feedback for each question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Accessible any time post-submission via exam code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703320"/>
            <a:ext cx="41148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B0C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703320"/>
            <a:ext cx="50292" cy="1325880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C4D8"/>
                </a:solidFill>
              </a:rPr>
              <a:t>Admin Results Module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73752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Fetches all result keys from blockchain getAllKeys()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73752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Retrieves each result via getResult() into a results table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73752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C"/>
                </a:solidFill>
              </a:rPr>
              <a:t>&gt; Data is read-only — immutable blockchain records displayed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 Diagram / Database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4688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777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exams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* exam_code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188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24688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subject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691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280" y="777240"/>
            <a:ext cx="24688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777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118872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* 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INTEGER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691640"/>
            <a:ext cx="24688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8F8"/>
                </a:solidFill>
              </a:rPr>
              <a:t>+ exam_code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691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219456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question_text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194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2697480"/>
            <a:ext cx="24688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opt_a / opt_b / opt_c / opt_d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697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320040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correct_opt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200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777240"/>
            <a:ext cx="24688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777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student_answers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118872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188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student_id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1188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00800" y="1691640"/>
            <a:ext cx="24688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8F8"/>
                </a:solidFill>
              </a:rPr>
              <a:t>+ exam_code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1691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8F8"/>
                </a:solidFill>
              </a:rPr>
              <a:t>+ question_id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2194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INTEGER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0" y="2697480"/>
            <a:ext cx="24688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  selected_option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2697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8"/>
                </a:solidFill>
              </a:rPr>
              <a:t>TEXT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834640" y="1371600"/>
            <a:ext cx="5486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0" y="1691640"/>
            <a:ext cx="54864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1234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1 : 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97880" y="1554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1 : 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0" y="3794760"/>
            <a:ext cx="6400800" cy="868680"/>
          </a:xfrm>
          <a:prstGeom prst="rect">
            <a:avLst/>
          </a:prstGeom>
          <a:solidFill>
            <a:srgbClr val="1326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71600" y="3794760"/>
            <a:ext cx="6400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81328" y="384048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Blockchain (ExamStore.sol)  —  On-Chain Storage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481328" y="41330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key (studentID_examCode)  |  studentID  |  studentName  |  examCode  |  subject  |  marks (uint256)  |  exists (bool)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and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27889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88696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869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FFF"/>
                </a:solidFill>
              </a:rPr>
              <a:t>[ Login Portal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470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Role-selection login with Glassmorphism UI. Admin requires credentials; students only need name and ID.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27889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88696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8869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</a:rPr>
              <a:t>[ Exam Configurator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8470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Admin builds question papers manually or via JSON import. Unique exam code generated on release.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126480" y="77724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777240"/>
            <a:ext cx="2788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88696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8869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[ Student Exam Panel 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8470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Student enters code, fetches questions, selects radio-button answers, submits. Blockchain confirmation shown.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2788920" cy="45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99008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900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4A8A"/>
                </a:solidFill>
              </a:rPr>
              <a:t>[ Blockchain Results 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395020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Admin views immutable results fetched live from Ethereum smart contract. No local caching involved.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200400" y="288036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880360"/>
            <a:ext cx="27889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99008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900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</a:rPr>
              <a:t>[ Review Feedback 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0128" y="395020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Students see green/red bordered questions with their selected vs. correct answer for each question.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2788920" cy="1965960"/>
          </a:xfrm>
          <a:prstGeom prst="rect">
            <a:avLst/>
          </a:prstGeom>
          <a:solidFill>
            <a:srgbClr val="132645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880360"/>
            <a:ext cx="2788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990088"/>
            <a:ext cx="2514600" cy="914400"/>
          </a:xfrm>
          <a:prstGeom prst="rect">
            <a:avLst/>
          </a:prstGeom>
          <a:solidFill>
            <a:srgbClr val="0F2B5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9900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[ Smart Contract Proof 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395020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B0C4D8"/>
                </a:solidFill>
              </a:rPr>
              <a:t>Results stored via addResult() emit ResultAdded event. Duplicate submissions rejected by on-chain logic.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566928"/>
            <a:ext cx="54864" cy="32918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8F8"/>
                </a:solidFill>
              </a:rPr>
              <a:t>Successfully demonstrates how blockchain technology can eliminate result tampering in examination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0FC"/>
                </a:solidFill>
              </a:rPr>
              <a:t>The dual-layer architecture (SQLite3 off-chain + Ethereum on-chain) effectively balances performance and immutability.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32004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0FC"/>
                </a:solidFill>
              </a:rPr>
              <a:t>Smart contract enforces one-submission-per-student through on-chain logic, removing the need to trust any single party.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3832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0FC"/>
                </a:solidFill>
              </a:rPr>
              <a:t>Fully functional end-to-end: exam creation, student participation, blockchain result storage, and admin result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1148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Demonstrates practical applicability of decentralised technologies to solve real-world data integrity problems in education.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6692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</a:rPr>
              <a:t>Blockchain-Based Secure Examination Management System  |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[1]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Nakamoto, S. (2008). Bitcoin: A Peer-to-Peer Electronic Cash System. bitcoin.org/bitcoin.pdf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161288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[2]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2070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Wood, G. (2014). Ethereum: A Secure Decentralised Generalised Transaction Ledger. Ethereum Yellow Paper.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91056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367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[3]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1636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Solidity Documentation (2024). Solidity 0.8.x Language Reference. docs.soliditylang.org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20824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665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[4]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20665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Web3.py Documentation (2024). Interacting with Ethereum using Python. web3py.readthedocs.io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96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[5]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24963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Flask Documentation (2024). Flask 2.x — Micro Web Framework for Python. flask.palletsprojects.com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26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[6]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Buterin, V. (2013). A Next-Generation Smart Contract and Decentralised Application Platform. Ethereum White Paper.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55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[7]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3558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Palladino, S. (2019). The State of Smart Contract Security. OpenZeppelin Blog, Medium.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739896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856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[8]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37856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Ganache Documentation (2024). Personal Blockchain for Ethereum Development. trufflesuite.com/ganache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69664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2153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[9]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215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Zheng, Z. et al. (2018). Blockchain Challenges and Opportunities: A Survey. Int. Journal of Web and Grid Services.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599432"/>
            <a:ext cx="8503920" cy="0"/>
          </a:xfrm>
          <a:prstGeom prst="line">
            <a:avLst/>
          </a:prstGeom>
          <a:noFill/>
          <a:ln w="12700">
            <a:solidFill>
              <a:srgbClr val="1A4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45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FF"/>
                </a:solidFill>
              </a:rPr>
              <a:t>[10]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4645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C"/>
                </a:solidFill>
              </a:rPr>
              <a:t>Turkanovic, M. et al. (2018). EduCTX: A Blockchain-Based Higher Education Credit Platform. IEEE Access.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17320"/>
            <a:ext cx="6400800" cy="24688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417320"/>
            <a:ext cx="64008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2395728"/>
            <a:ext cx="274320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87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DD8F8"/>
                </a:solidFill>
              </a:rPr>
              <a:t>Blockchain-Based Secure Examination Management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9443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</a:rPr>
              <a:t>Python  |  Flask  |  Solidity  |  Ethereum  |  Ganache  |  Web3.py  |  SQLite3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54480" y="34015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F0FC"/>
                </a:solidFill>
              </a:rPr>
              <a:t>Questions &amp; Discussion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1724</Words>
  <Application>Microsoft Office PowerPoint</Application>
  <PresentationFormat>On-screen Show (16:9)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Secure Examination Management System</dc:title>
  <dc:subject>PptxGenJS Presentation</dc:subject>
  <dc:creator>PptxGenJS</dc:creator>
  <cp:lastModifiedBy>gowthamdioking@gmail.com</cp:lastModifiedBy>
  <cp:revision>3</cp:revision>
  <dcterms:created xsi:type="dcterms:W3CDTF">2026-03-30T04:43:19Z</dcterms:created>
  <dcterms:modified xsi:type="dcterms:W3CDTF">2026-03-30T00:59:11Z</dcterms:modified>
</cp:coreProperties>
</file>